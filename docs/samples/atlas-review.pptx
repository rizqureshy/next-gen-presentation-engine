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latency story — it unblocked the mobile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Atlas Program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Q2 2026 · Platform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wins this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Latency: p95 down 38% after the cache rework</a:t>
            </a:r>
          </a:p>
          <a:p>
            <a:r>
              <a:t>Adoption: 214 teams onboarded, up from 90</a:t>
            </a:r>
          </a:p>
          <a:p>
            <a:r>
              <a:t>Reliability: zero Sev-1 incidents in 11 weeks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ship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Streaming ingest: real-time events land in under a second</a:t>
            </a:r>
          </a:p>
          <a:p>
            <a:r>
              <a:t>Self-serve onboarding: teams integrate without a ticket</a:t>
            </a:r>
          </a:p>
          <a:p>
            <a:r>
              <a:t>Regional failover: automatic, tested monthly</a:t>
            </a:r>
          </a:p>
          <a:p>
            <a:pPr lvl="1"/>
            <a:r>
              <a:t>Chaos drills included</a:t>
            </a:r>
          </a:p>
          <a:p>
            <a:r>
              <a:t>Cost dashboards: spend visible per team</a:t>
            </a:r>
          </a:p>
          <a:p>
            <a:r>
              <a:t>SDK v3: typed clients for four languages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Atlas goes in H2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Atlas becomes the default path to production for every new service.</a:t>
            </a:r>
          </a:p>
          <a:p>
            <a:r>
              <a:t>We fold the legacy deploy tooling into Atlas, retire two bespoke pipelines, and make the golden path the only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keeps climbing</a:t>
            </a:r>
          </a:p>
        </p:txBody>
      </p:sp>
      <p:pic>
        <p:nvPicPr>
          <p:cNvPr id="3" name="Picture 2" descr="ado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645920"/>
            <a:ext cx="6217920" cy="34975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 Find us in #atlas-platform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Program Review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